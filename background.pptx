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6" r:id="rId3"/>
    <p:sldId id="264" r:id="rId4"/>
    <p:sldId id="267" r:id="rId5"/>
    <p:sldId id="268" r:id="rId6"/>
    <p:sldId id="263" r:id="rId7"/>
    <p:sldId id="265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38" d="100"/>
          <a:sy n="38" d="100"/>
        </p:scale>
        <p:origin x="42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806FB-EB50-0682-D789-9372BCB33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58A601-58D3-80A1-440B-4B3DAF7EE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88D06-F6E1-B650-41F2-6E029D84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B66D8-1CD5-13B3-A9EF-F27DC454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12B1F-4B57-5026-4B50-4B9E4734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4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D68BF-F226-A6B5-A67F-67371378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299E78-DF6C-A1AA-5E61-22BFFB6F4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C58FB-F29A-2AF4-A44A-4E0C735F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E3E875-0BF6-276D-3A83-B8AA5D37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1CE65-2E26-B384-A948-C7657D37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47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DA6C8-A38E-C3F8-C01C-D88688B0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1CF54-94DB-52B0-BCD2-E8BBFF5B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0A91F-C1B4-AE10-90E4-C88FAF1B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01FDC9-265B-EFBB-6D0D-8A357410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CB49A-78EA-30B7-4019-AA0DF9E2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7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C8121-6144-6D46-571A-F11777BF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6B1F0A-3D4F-79A8-F5CA-80B1C9507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09BFC-A265-3A15-EB67-CFE2EEAF7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E5399-1525-434E-7455-049EF8CF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0D1C0A-0FD3-D767-3417-6F4AD5D0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FEFBBB-35C9-BC62-1051-C7FB5876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19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8F97E-C869-F397-638A-1E87704A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1EFA4-7CED-1E62-D3BB-8935B7CA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30B1C0-EDF4-5CEA-E532-73A2B5B3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A9D5CB-4BFB-B6A8-C93B-94087425E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CBB597-5571-9874-D6A7-F27E6F096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99176D-7702-457B-1943-8A2B667A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D1B163-6013-8E45-23E3-5C058688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8B372A-DC7E-69AE-CF0B-7B54B390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6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BE750-FC37-9F9A-2E21-1FA22589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D70265-0A1D-0199-CD93-91C87CF5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6B3304-28C5-236B-890B-6730E6BD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76BDE5-CE5C-2ADF-175F-55962F70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76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D58EA9-F2D2-AB6D-6C95-AF440ABF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161E4D-AF4A-E4A6-56BD-C1EBD36B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80EE4C-BA25-BE40-CF23-C3D04B04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4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A4022-7B4E-3EC5-C486-BC458AB6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ADE98-938A-AE46-97C5-D16E64C1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43AA7-FE17-9525-161E-3B2C306E4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796355-B0EC-DD2C-F1D9-AEDDB4BE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FD68F-3BC3-8217-DD58-58BC5038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423DC-0E00-173A-2ACC-D70D9CAF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0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59ADF-3B1E-9350-3CB8-C68658C1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F94F94-FE35-9E78-7BA8-B8127FDAA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52077-EDE0-D496-8013-BA5B21008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69C76B-03F4-826E-6841-54155574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86B96F-913E-DCB0-CB52-9EA07CB9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CB3E89-8F2A-795B-17CA-15E93A3D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5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E8C93-D916-771D-68BC-8AC09BC6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D969D-9019-9401-172B-10D3473A9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D657E-74CE-1E0F-8ABF-72E6E266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03DED4-D41E-6F6A-688A-DCE611C9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47D6F-04C5-3128-CB66-1491D2FB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27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4B227C-FBF7-6CB4-1415-46BCA3558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F7B45D-F8AB-D88E-539A-ED2EC145B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9B1AF-FCA0-04CB-56D9-31A2BCBD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F9AC5-CFDA-2701-D030-6C8A837D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6570F-5A90-DA06-E7A2-5A9E99FC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53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6A8077-0505-53C3-6966-4466D6B7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2A5D1-3A42-9120-BDF3-51320E8F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441E8-3B47-975E-3975-9AC7D04A9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4210E-4449-4790-B124-1D30F4F4FFF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91860-6E2D-D098-C9EF-E1CD488C3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934E5-AFE2-F05C-E810-775004678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14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333488E-6B54-0944-9C57-2EA1175E1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35" y="587829"/>
            <a:ext cx="12163225" cy="68418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42DD94-14D3-034D-F6DC-BE7B0B7C4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33"/>
          <a:stretch>
            <a:fillRect/>
          </a:stretch>
        </p:blipFill>
        <p:spPr>
          <a:xfrm>
            <a:off x="6694854" y="1028423"/>
            <a:ext cx="3721347" cy="4834890"/>
          </a:xfrm>
          <a:custGeom>
            <a:avLst/>
            <a:gdLst>
              <a:gd name="connsiteX0" fmla="*/ 141895 w 3721347"/>
              <a:gd name="connsiteY0" fmla="*/ 0 h 4834890"/>
              <a:gd name="connsiteX1" fmla="*/ 3579452 w 3721347"/>
              <a:gd name="connsiteY1" fmla="*/ 0 h 4834890"/>
              <a:gd name="connsiteX2" fmla="*/ 3721347 w 3721347"/>
              <a:gd name="connsiteY2" fmla="*/ 141895 h 4834890"/>
              <a:gd name="connsiteX3" fmla="*/ 3721347 w 3721347"/>
              <a:gd name="connsiteY3" fmla="*/ 4692995 h 4834890"/>
              <a:gd name="connsiteX4" fmla="*/ 3579452 w 3721347"/>
              <a:gd name="connsiteY4" fmla="*/ 4834890 h 4834890"/>
              <a:gd name="connsiteX5" fmla="*/ 141895 w 3721347"/>
              <a:gd name="connsiteY5" fmla="*/ 4834890 h 4834890"/>
              <a:gd name="connsiteX6" fmla="*/ 0 w 3721347"/>
              <a:gd name="connsiteY6" fmla="*/ 4692995 h 4834890"/>
              <a:gd name="connsiteX7" fmla="*/ 0 w 3721347"/>
              <a:gd name="connsiteY7" fmla="*/ 141895 h 4834890"/>
              <a:gd name="connsiteX8" fmla="*/ 141895 w 3721347"/>
              <a:gd name="connsiteY8" fmla="*/ 0 h 483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347" h="4834890">
                <a:moveTo>
                  <a:pt x="141895" y="0"/>
                </a:moveTo>
                <a:lnTo>
                  <a:pt x="3579452" y="0"/>
                </a:lnTo>
                <a:cubicBezTo>
                  <a:pt x="3657818" y="0"/>
                  <a:pt x="3721347" y="63529"/>
                  <a:pt x="3721347" y="141895"/>
                </a:cubicBezTo>
                <a:lnTo>
                  <a:pt x="3721347" y="4692995"/>
                </a:lnTo>
                <a:cubicBezTo>
                  <a:pt x="3721347" y="4771361"/>
                  <a:pt x="3657818" y="4834890"/>
                  <a:pt x="3579452" y="4834890"/>
                </a:cubicBezTo>
                <a:lnTo>
                  <a:pt x="141895" y="4834890"/>
                </a:lnTo>
                <a:cubicBezTo>
                  <a:pt x="63529" y="4834890"/>
                  <a:pt x="0" y="4771361"/>
                  <a:pt x="0" y="4692995"/>
                </a:cubicBezTo>
                <a:lnTo>
                  <a:pt x="0" y="141895"/>
                </a:lnTo>
                <a:cubicBezTo>
                  <a:pt x="0" y="63529"/>
                  <a:pt x="63529" y="0"/>
                  <a:pt x="141895" y="0"/>
                </a:cubicBezTo>
                <a:close/>
              </a:path>
            </a:pathLst>
          </a:cu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D0406C3-09F6-58F6-BD02-00E32D090024}"/>
              </a:ext>
            </a:extLst>
          </p:cNvPr>
          <p:cNvSpPr txBox="1"/>
          <p:nvPr/>
        </p:nvSpPr>
        <p:spPr>
          <a:xfrm>
            <a:off x="6381049" y="1104979"/>
            <a:ext cx="434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Use the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up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and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down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keys to select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Press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Enter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to confirm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B37C91-03C4-2957-12F9-2F7E89E41B7A}"/>
              </a:ext>
            </a:extLst>
          </p:cNvPr>
          <p:cNvSpPr txBox="1"/>
          <p:nvPr/>
        </p:nvSpPr>
        <p:spPr>
          <a:xfrm>
            <a:off x="6800818" y="5363193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F1:Help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44683E-1C3F-B711-71D9-71DCA958E15A}"/>
              </a:ext>
            </a:extLst>
          </p:cNvPr>
          <p:cNvSpPr txBox="1"/>
          <p:nvPr/>
        </p:nvSpPr>
        <p:spPr>
          <a:xfrm>
            <a:off x="6795236" y="5588525"/>
            <a:ext cx="1478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F4:Localboot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8CC978-E024-38FB-DF3A-906CB2C6F8C9}"/>
              </a:ext>
            </a:extLst>
          </p:cNvPr>
          <p:cNvSpPr txBox="1"/>
          <p:nvPr/>
        </p:nvSpPr>
        <p:spPr>
          <a:xfrm>
            <a:off x="8021196" y="5588525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F5:Tools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27B0BC-5D3A-CAA0-A440-DDD341E86C80}"/>
              </a:ext>
            </a:extLst>
          </p:cNvPr>
          <p:cNvSpPr txBox="1"/>
          <p:nvPr/>
        </p:nvSpPr>
        <p:spPr>
          <a:xfrm>
            <a:off x="9110302" y="5363193"/>
            <a:ext cx="13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F3:Treeview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5F6A23-1E14-747B-B941-5E96A99057BF}"/>
              </a:ext>
            </a:extLst>
          </p:cNvPr>
          <p:cNvSpPr txBox="1"/>
          <p:nvPr/>
        </p:nvSpPr>
        <p:spPr>
          <a:xfrm>
            <a:off x="9108733" y="5588525"/>
            <a:ext cx="132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F6:ExMenu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A313F5-C1C7-48F1-4963-DA6D53A84549}"/>
              </a:ext>
            </a:extLst>
          </p:cNvPr>
          <p:cNvSpPr txBox="1"/>
          <p:nvPr/>
        </p:nvSpPr>
        <p:spPr>
          <a:xfrm>
            <a:off x="8028691" y="5363193"/>
            <a:ext cx="119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F2:Browse</a:t>
            </a:r>
          </a:p>
        </p:txBody>
      </p:sp>
    </p:spTree>
    <p:extLst>
      <p:ext uri="{BB962C8B-B14F-4D97-AF65-F5344CB8AC3E}">
        <p14:creationId xmlns:p14="http://schemas.microsoft.com/office/powerpoint/2010/main" val="142844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D72E-D114-CA80-8E79-34109950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B3D271-8170-1ABF-8CC4-C8DF13FB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14" y="415329"/>
            <a:ext cx="12163225" cy="68418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424B84-EF5C-9217-585B-9C958DCC2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33"/>
          <a:stretch>
            <a:fillRect/>
          </a:stretch>
        </p:blipFill>
        <p:spPr>
          <a:xfrm>
            <a:off x="6694854" y="1028423"/>
            <a:ext cx="3721347" cy="4834890"/>
          </a:xfrm>
          <a:custGeom>
            <a:avLst/>
            <a:gdLst>
              <a:gd name="connsiteX0" fmla="*/ 141895 w 3721347"/>
              <a:gd name="connsiteY0" fmla="*/ 0 h 4834890"/>
              <a:gd name="connsiteX1" fmla="*/ 3579452 w 3721347"/>
              <a:gd name="connsiteY1" fmla="*/ 0 h 4834890"/>
              <a:gd name="connsiteX2" fmla="*/ 3721347 w 3721347"/>
              <a:gd name="connsiteY2" fmla="*/ 141895 h 4834890"/>
              <a:gd name="connsiteX3" fmla="*/ 3721347 w 3721347"/>
              <a:gd name="connsiteY3" fmla="*/ 4692995 h 4834890"/>
              <a:gd name="connsiteX4" fmla="*/ 3579452 w 3721347"/>
              <a:gd name="connsiteY4" fmla="*/ 4834890 h 4834890"/>
              <a:gd name="connsiteX5" fmla="*/ 141895 w 3721347"/>
              <a:gd name="connsiteY5" fmla="*/ 4834890 h 4834890"/>
              <a:gd name="connsiteX6" fmla="*/ 0 w 3721347"/>
              <a:gd name="connsiteY6" fmla="*/ 4692995 h 4834890"/>
              <a:gd name="connsiteX7" fmla="*/ 0 w 3721347"/>
              <a:gd name="connsiteY7" fmla="*/ 141895 h 4834890"/>
              <a:gd name="connsiteX8" fmla="*/ 141895 w 3721347"/>
              <a:gd name="connsiteY8" fmla="*/ 0 h 483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347" h="4834890">
                <a:moveTo>
                  <a:pt x="141895" y="0"/>
                </a:moveTo>
                <a:lnTo>
                  <a:pt x="3579452" y="0"/>
                </a:lnTo>
                <a:cubicBezTo>
                  <a:pt x="3657818" y="0"/>
                  <a:pt x="3721347" y="63529"/>
                  <a:pt x="3721347" y="141895"/>
                </a:cubicBezTo>
                <a:lnTo>
                  <a:pt x="3721347" y="4692995"/>
                </a:lnTo>
                <a:cubicBezTo>
                  <a:pt x="3721347" y="4771361"/>
                  <a:pt x="3657818" y="4834890"/>
                  <a:pt x="3579452" y="4834890"/>
                </a:cubicBezTo>
                <a:lnTo>
                  <a:pt x="141895" y="4834890"/>
                </a:lnTo>
                <a:cubicBezTo>
                  <a:pt x="63529" y="4834890"/>
                  <a:pt x="0" y="4771361"/>
                  <a:pt x="0" y="4692995"/>
                </a:cubicBezTo>
                <a:lnTo>
                  <a:pt x="0" y="141895"/>
                </a:lnTo>
                <a:cubicBezTo>
                  <a:pt x="0" y="63529"/>
                  <a:pt x="63529" y="0"/>
                  <a:pt x="141895" y="0"/>
                </a:cubicBezTo>
                <a:close/>
              </a:path>
            </a:pathLst>
          </a:cu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E31495A-F853-0D15-CFC2-6DB1C72CFBFB}"/>
              </a:ext>
            </a:extLst>
          </p:cNvPr>
          <p:cNvSpPr txBox="1"/>
          <p:nvPr/>
        </p:nvSpPr>
        <p:spPr>
          <a:xfrm>
            <a:off x="6381049" y="1104979"/>
            <a:ext cx="4348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使用</a:t>
            </a:r>
            <a:r>
              <a:rPr lang="zh-CN" altLang="en-US" sz="2000" b="1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方向键</a:t>
            </a:r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选择</a:t>
            </a:r>
            <a:endParaRPr lang="en-US" altLang="zh-CN" sz="16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MV Boli" panose="02000500030200090000" pitchFamily="2" charset="0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按</a:t>
            </a:r>
            <a:r>
              <a:rPr lang="zh-CN" altLang="en-US" sz="2000" b="1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回车键</a:t>
            </a:r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确认</a:t>
            </a:r>
            <a:endParaRPr lang="en-US" altLang="zh-CN" sz="16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MV Boli" panose="0200050003020009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DFB007-B1E7-9743-2CB3-ADF635117534}"/>
              </a:ext>
            </a:extLst>
          </p:cNvPr>
          <p:cNvSpPr txBox="1"/>
          <p:nvPr/>
        </p:nvSpPr>
        <p:spPr>
          <a:xfrm>
            <a:off x="7184592" y="5261020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帮助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883BCB-845E-F6C6-CAC3-390910F6B877}"/>
              </a:ext>
            </a:extLst>
          </p:cNvPr>
          <p:cNvSpPr txBox="1"/>
          <p:nvPr/>
        </p:nvSpPr>
        <p:spPr>
          <a:xfrm>
            <a:off x="7179010" y="5553274"/>
            <a:ext cx="1478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本地启动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B58872-1561-88B0-8AEC-88BA8CB9C0E1}"/>
              </a:ext>
            </a:extLst>
          </p:cNvPr>
          <p:cNvSpPr txBox="1"/>
          <p:nvPr/>
        </p:nvSpPr>
        <p:spPr>
          <a:xfrm>
            <a:off x="8404970" y="5553274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工具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F944C9-D820-CBE8-B63B-BD5808BE383E}"/>
              </a:ext>
            </a:extLst>
          </p:cNvPr>
          <p:cNvSpPr txBox="1"/>
          <p:nvPr/>
        </p:nvSpPr>
        <p:spPr>
          <a:xfrm>
            <a:off x="9494076" y="5261020"/>
            <a:ext cx="13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树状图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9DC8A2-C3E9-248F-622D-655D57024525}"/>
              </a:ext>
            </a:extLst>
          </p:cNvPr>
          <p:cNvSpPr txBox="1"/>
          <p:nvPr/>
        </p:nvSpPr>
        <p:spPr>
          <a:xfrm>
            <a:off x="9492507" y="5553274"/>
            <a:ext cx="132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扩展菜单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91F30E0-D467-87DB-DC55-2A4A7D576BE2}"/>
              </a:ext>
            </a:extLst>
          </p:cNvPr>
          <p:cNvSpPr txBox="1"/>
          <p:nvPr/>
        </p:nvSpPr>
        <p:spPr>
          <a:xfrm>
            <a:off x="8412465" y="5261020"/>
            <a:ext cx="119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浏览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1E5B00-5E51-A1D1-AEB2-F58D7E1F6D72}"/>
              </a:ext>
            </a:extLst>
          </p:cNvPr>
          <p:cNvGrpSpPr/>
          <p:nvPr/>
        </p:nvGrpSpPr>
        <p:grpSpPr>
          <a:xfrm>
            <a:off x="6844092" y="5261020"/>
            <a:ext cx="363499" cy="276999"/>
            <a:chOff x="7046956" y="3795146"/>
            <a:chExt cx="363499" cy="27699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1740EBB-9C6A-2CAC-4284-FB2613ED12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10B8E61-FD1B-68C0-AAEF-411660356E3B}"/>
                </a:ext>
              </a:extLst>
            </p:cNvPr>
            <p:cNvSpPr txBox="1"/>
            <p:nvPr/>
          </p:nvSpPr>
          <p:spPr>
            <a:xfrm>
              <a:off x="7046956" y="3795146"/>
              <a:ext cx="3634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F1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6C3349-2EA3-B8A9-EA8C-19A5B9C70DFA}"/>
              </a:ext>
            </a:extLst>
          </p:cNvPr>
          <p:cNvGrpSpPr/>
          <p:nvPr/>
        </p:nvGrpSpPr>
        <p:grpSpPr>
          <a:xfrm>
            <a:off x="8110853" y="5261020"/>
            <a:ext cx="384638" cy="276999"/>
            <a:chOff x="7046956" y="3795146"/>
            <a:chExt cx="384638" cy="27699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4EA6421-40B4-0254-3A97-22CCF577C8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B835D90-53A9-73A8-C176-608F8164BCB0}"/>
                </a:ext>
              </a:extLst>
            </p:cNvPr>
            <p:cNvSpPr txBox="1"/>
            <p:nvPr/>
          </p:nvSpPr>
          <p:spPr>
            <a:xfrm>
              <a:off x="7046956" y="3795146"/>
              <a:ext cx="3846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F2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5171CF6-7B66-FAB3-9895-EB7BB3FF53E4}"/>
              </a:ext>
            </a:extLst>
          </p:cNvPr>
          <p:cNvGrpSpPr/>
          <p:nvPr/>
        </p:nvGrpSpPr>
        <p:grpSpPr>
          <a:xfrm>
            <a:off x="9175346" y="5261020"/>
            <a:ext cx="429386" cy="276999"/>
            <a:chOff x="7046956" y="3795146"/>
            <a:chExt cx="429386" cy="27699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091364A-AABE-33E0-694B-C3FAC91BA3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25DEC4-FB21-C1F4-1331-EB471B1F238B}"/>
                </a:ext>
              </a:extLst>
            </p:cNvPr>
            <p:cNvSpPr txBox="1"/>
            <p:nvPr/>
          </p:nvSpPr>
          <p:spPr>
            <a:xfrm>
              <a:off x="7046956" y="3795146"/>
              <a:ext cx="4293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F3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EACAD4E-2B68-1D78-6ABC-671FDD22A4DD}"/>
              </a:ext>
            </a:extLst>
          </p:cNvPr>
          <p:cNvGrpSpPr/>
          <p:nvPr/>
        </p:nvGrpSpPr>
        <p:grpSpPr>
          <a:xfrm>
            <a:off x="9175345" y="5553274"/>
            <a:ext cx="429386" cy="276999"/>
            <a:chOff x="7046956" y="3795146"/>
            <a:chExt cx="429386" cy="27699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399139D-2972-77D2-C48A-B58EE596C6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5D2C529-AC29-6CED-E203-C1F2DD6C4F07}"/>
                </a:ext>
              </a:extLst>
            </p:cNvPr>
            <p:cNvSpPr txBox="1"/>
            <p:nvPr/>
          </p:nvSpPr>
          <p:spPr>
            <a:xfrm>
              <a:off x="7046956" y="3795146"/>
              <a:ext cx="4293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F6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73F4F15-3994-A990-DB75-7D9264F20C51}"/>
              </a:ext>
            </a:extLst>
          </p:cNvPr>
          <p:cNvGrpSpPr/>
          <p:nvPr/>
        </p:nvGrpSpPr>
        <p:grpSpPr>
          <a:xfrm>
            <a:off x="8108978" y="5553274"/>
            <a:ext cx="384638" cy="276999"/>
            <a:chOff x="7046956" y="3795146"/>
            <a:chExt cx="384638" cy="276999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5389687-9119-C888-3F37-A9CFF3E4BC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655B80-67B3-E479-1E88-E2772679CC49}"/>
                </a:ext>
              </a:extLst>
            </p:cNvPr>
            <p:cNvSpPr txBox="1"/>
            <p:nvPr/>
          </p:nvSpPr>
          <p:spPr>
            <a:xfrm>
              <a:off x="7046956" y="3795146"/>
              <a:ext cx="3846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F5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A6CE5D-C626-DC73-5FA3-A3DC4B8D54DD}"/>
              </a:ext>
            </a:extLst>
          </p:cNvPr>
          <p:cNvGrpSpPr/>
          <p:nvPr/>
        </p:nvGrpSpPr>
        <p:grpSpPr>
          <a:xfrm>
            <a:off x="6837809" y="5553274"/>
            <a:ext cx="495753" cy="276999"/>
            <a:chOff x="7046956" y="3795146"/>
            <a:chExt cx="495753" cy="27699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7383ADE2-8865-BD9E-B861-8915416623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E22A5C6-906E-51B9-EB8B-E853B82C5774}"/>
                </a:ext>
              </a:extLst>
            </p:cNvPr>
            <p:cNvSpPr txBox="1"/>
            <p:nvPr/>
          </p:nvSpPr>
          <p:spPr>
            <a:xfrm>
              <a:off x="7046956" y="3795146"/>
              <a:ext cx="4957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F4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51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1E3A-3533-ABF5-2234-DDE3B2D9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61A8371-C462-A57F-D637-468DB3AE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50" y="16186"/>
            <a:ext cx="12163225" cy="68418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4E641DF-9EB3-5B73-84F7-CFE3AE283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33"/>
          <a:stretch>
            <a:fillRect/>
          </a:stretch>
        </p:blipFill>
        <p:spPr>
          <a:xfrm>
            <a:off x="6694854" y="1028423"/>
            <a:ext cx="3721347" cy="4834890"/>
          </a:xfrm>
          <a:custGeom>
            <a:avLst/>
            <a:gdLst>
              <a:gd name="connsiteX0" fmla="*/ 141895 w 3721347"/>
              <a:gd name="connsiteY0" fmla="*/ 0 h 4834890"/>
              <a:gd name="connsiteX1" fmla="*/ 3579452 w 3721347"/>
              <a:gd name="connsiteY1" fmla="*/ 0 h 4834890"/>
              <a:gd name="connsiteX2" fmla="*/ 3721347 w 3721347"/>
              <a:gd name="connsiteY2" fmla="*/ 141895 h 4834890"/>
              <a:gd name="connsiteX3" fmla="*/ 3721347 w 3721347"/>
              <a:gd name="connsiteY3" fmla="*/ 4692995 h 4834890"/>
              <a:gd name="connsiteX4" fmla="*/ 3579452 w 3721347"/>
              <a:gd name="connsiteY4" fmla="*/ 4834890 h 4834890"/>
              <a:gd name="connsiteX5" fmla="*/ 141895 w 3721347"/>
              <a:gd name="connsiteY5" fmla="*/ 4834890 h 4834890"/>
              <a:gd name="connsiteX6" fmla="*/ 0 w 3721347"/>
              <a:gd name="connsiteY6" fmla="*/ 4692995 h 4834890"/>
              <a:gd name="connsiteX7" fmla="*/ 0 w 3721347"/>
              <a:gd name="connsiteY7" fmla="*/ 141895 h 4834890"/>
              <a:gd name="connsiteX8" fmla="*/ 141895 w 3721347"/>
              <a:gd name="connsiteY8" fmla="*/ 0 h 483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347" h="4834890">
                <a:moveTo>
                  <a:pt x="141895" y="0"/>
                </a:moveTo>
                <a:lnTo>
                  <a:pt x="3579452" y="0"/>
                </a:lnTo>
                <a:cubicBezTo>
                  <a:pt x="3657818" y="0"/>
                  <a:pt x="3721347" y="63529"/>
                  <a:pt x="3721347" y="141895"/>
                </a:cubicBezTo>
                <a:lnTo>
                  <a:pt x="3721347" y="4692995"/>
                </a:lnTo>
                <a:cubicBezTo>
                  <a:pt x="3721347" y="4771361"/>
                  <a:pt x="3657818" y="4834890"/>
                  <a:pt x="3579452" y="4834890"/>
                </a:cubicBezTo>
                <a:lnTo>
                  <a:pt x="141895" y="4834890"/>
                </a:lnTo>
                <a:cubicBezTo>
                  <a:pt x="63529" y="4834890"/>
                  <a:pt x="0" y="4771361"/>
                  <a:pt x="0" y="4692995"/>
                </a:cubicBezTo>
                <a:lnTo>
                  <a:pt x="0" y="141895"/>
                </a:lnTo>
                <a:cubicBezTo>
                  <a:pt x="0" y="63529"/>
                  <a:pt x="63529" y="0"/>
                  <a:pt x="14189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2549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FD0BCE-F660-62E2-0555-13231E24F09F}"/>
              </a:ext>
            </a:extLst>
          </p:cNvPr>
          <p:cNvSpPr/>
          <p:nvPr/>
        </p:nvSpPr>
        <p:spPr>
          <a:xfrm>
            <a:off x="2020186" y="855663"/>
            <a:ext cx="8144540" cy="5156200"/>
          </a:xfrm>
          <a:prstGeom prst="roundRect">
            <a:avLst>
              <a:gd name="adj" fmla="val 36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57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F930-22E3-592F-156A-2E7C2308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03E3A7F-104F-1976-A2A1-1C7416CF0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5" t="7408" b="10926"/>
          <a:stretch>
            <a:fillRect/>
          </a:stretch>
        </p:blipFill>
        <p:spPr>
          <a:xfrm>
            <a:off x="1" y="-2982"/>
            <a:ext cx="12191999" cy="6860982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6FDE8F-6475-684E-FF8F-3A2B72B5C89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23730" y="849409"/>
            <a:ext cx="8144540" cy="5156200"/>
          </a:xfrm>
          <a:prstGeom prst="roundRect">
            <a:avLst>
              <a:gd name="adj" fmla="val 3676"/>
            </a:avLst>
          </a:prstGeom>
          <a:blipFill dpi="0" rotWithShape="1">
            <a:blip r:embed="rId5">
              <a:alphaModFix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[形状效果·原外观备份] Rounded Rectangle 9" hidden="1">
            <a:extLst>
              <a:ext uri="{FF2B5EF4-FFF2-40B4-BE49-F238E27FC236}">
                <a16:creationId xmlns:a16="http://schemas.microsoft.com/office/drawing/2014/main" id="{3374E01C-6243-CE4D-F7AA-60A921B9213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20186" y="855663"/>
            <a:ext cx="8144540" cy="5156200"/>
          </a:xfrm>
          <a:prstGeom prst="roundRect">
            <a:avLst>
              <a:gd name="adj" fmla="val 36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D6ED60F-ECF6-4B95-9DC6-3A9E467844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33"/>
          <a:stretch>
            <a:fillRect/>
          </a:stretch>
        </p:blipFill>
        <p:spPr>
          <a:xfrm>
            <a:off x="6181062" y="1031330"/>
            <a:ext cx="3721347" cy="4834890"/>
          </a:xfrm>
          <a:custGeom>
            <a:avLst/>
            <a:gdLst>
              <a:gd name="connsiteX0" fmla="*/ 141895 w 3721347"/>
              <a:gd name="connsiteY0" fmla="*/ 0 h 4834890"/>
              <a:gd name="connsiteX1" fmla="*/ 3579452 w 3721347"/>
              <a:gd name="connsiteY1" fmla="*/ 0 h 4834890"/>
              <a:gd name="connsiteX2" fmla="*/ 3721347 w 3721347"/>
              <a:gd name="connsiteY2" fmla="*/ 141895 h 4834890"/>
              <a:gd name="connsiteX3" fmla="*/ 3721347 w 3721347"/>
              <a:gd name="connsiteY3" fmla="*/ 4692995 h 4834890"/>
              <a:gd name="connsiteX4" fmla="*/ 3579452 w 3721347"/>
              <a:gd name="connsiteY4" fmla="*/ 4834890 h 4834890"/>
              <a:gd name="connsiteX5" fmla="*/ 141895 w 3721347"/>
              <a:gd name="connsiteY5" fmla="*/ 4834890 h 4834890"/>
              <a:gd name="connsiteX6" fmla="*/ 0 w 3721347"/>
              <a:gd name="connsiteY6" fmla="*/ 4692995 h 4834890"/>
              <a:gd name="connsiteX7" fmla="*/ 0 w 3721347"/>
              <a:gd name="connsiteY7" fmla="*/ 141895 h 4834890"/>
              <a:gd name="connsiteX8" fmla="*/ 141895 w 3721347"/>
              <a:gd name="connsiteY8" fmla="*/ 0 h 483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347" h="4834890">
                <a:moveTo>
                  <a:pt x="141895" y="0"/>
                </a:moveTo>
                <a:lnTo>
                  <a:pt x="3579452" y="0"/>
                </a:lnTo>
                <a:cubicBezTo>
                  <a:pt x="3657818" y="0"/>
                  <a:pt x="3721347" y="63529"/>
                  <a:pt x="3721347" y="141895"/>
                </a:cubicBezTo>
                <a:lnTo>
                  <a:pt x="3721347" y="4692995"/>
                </a:lnTo>
                <a:cubicBezTo>
                  <a:pt x="3721347" y="4771361"/>
                  <a:pt x="3657818" y="4834890"/>
                  <a:pt x="3579452" y="4834890"/>
                </a:cubicBezTo>
                <a:lnTo>
                  <a:pt x="141895" y="4834890"/>
                </a:lnTo>
                <a:cubicBezTo>
                  <a:pt x="63529" y="4834890"/>
                  <a:pt x="0" y="4771361"/>
                  <a:pt x="0" y="4692995"/>
                </a:cubicBezTo>
                <a:lnTo>
                  <a:pt x="0" y="141895"/>
                </a:lnTo>
                <a:cubicBezTo>
                  <a:pt x="0" y="63529"/>
                  <a:pt x="63529" y="0"/>
                  <a:pt x="14189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689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E25B-FBDC-3B3D-0C03-6D2FA952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E4253B-8688-2C94-4EF5-BEFB6AD9409D}"/>
              </a:ext>
            </a:extLst>
          </p:cNvPr>
          <p:cNvSpPr/>
          <p:nvPr/>
        </p:nvSpPr>
        <p:spPr>
          <a:xfrm>
            <a:off x="495950" y="16186"/>
            <a:ext cx="12163225" cy="6825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A32DF8-FCA5-D76C-DC20-2B33F98C94DE}"/>
              </a:ext>
            </a:extLst>
          </p:cNvPr>
          <p:cNvSpPr txBox="1"/>
          <p:nvPr/>
        </p:nvSpPr>
        <p:spPr>
          <a:xfrm>
            <a:off x="6381049" y="1104979"/>
            <a:ext cx="4348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使用</a:t>
            </a:r>
            <a:r>
              <a:rPr lang="zh-CN" altLang="en-US" sz="2000" b="1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方向键</a:t>
            </a:r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选择</a:t>
            </a:r>
            <a:endParaRPr lang="en-US" altLang="zh-CN" sz="16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MV Boli" panose="02000500030200090000" pitchFamily="2" charset="0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按</a:t>
            </a:r>
            <a:r>
              <a:rPr lang="zh-CN" altLang="en-US" sz="2000" b="1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回车键</a:t>
            </a:r>
            <a:r>
              <a:rPr lang="zh-CN" altLang="en-US" sz="16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MV Boli" panose="02000500030200090000" pitchFamily="2" charset="0"/>
              </a:rPr>
              <a:t>确认</a:t>
            </a:r>
            <a:endParaRPr lang="en-US" altLang="zh-CN" sz="16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MV Boli" panose="02000500030200090000" pitchFamily="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739D1B-8D49-AC40-095F-385423A1642F}"/>
              </a:ext>
            </a:extLst>
          </p:cNvPr>
          <p:cNvSpPr txBox="1"/>
          <p:nvPr/>
        </p:nvSpPr>
        <p:spPr>
          <a:xfrm>
            <a:off x="7184592" y="5261020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帮助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3FD1D4-91E9-4F85-9FEE-8360811A7AAF}"/>
              </a:ext>
            </a:extLst>
          </p:cNvPr>
          <p:cNvSpPr txBox="1"/>
          <p:nvPr/>
        </p:nvSpPr>
        <p:spPr>
          <a:xfrm>
            <a:off x="7179010" y="5553274"/>
            <a:ext cx="1478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本地启动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D63417-A292-80FD-06E0-9722D28FC1C9}"/>
              </a:ext>
            </a:extLst>
          </p:cNvPr>
          <p:cNvSpPr txBox="1"/>
          <p:nvPr/>
        </p:nvSpPr>
        <p:spPr>
          <a:xfrm>
            <a:off x="8404970" y="5553274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工具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659B80-A22C-B416-DED8-8BA5E336294C}"/>
              </a:ext>
            </a:extLst>
          </p:cNvPr>
          <p:cNvSpPr txBox="1"/>
          <p:nvPr/>
        </p:nvSpPr>
        <p:spPr>
          <a:xfrm>
            <a:off x="9494076" y="5261020"/>
            <a:ext cx="13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树状图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95973A-0634-07EA-F5F6-CE9C29785216}"/>
              </a:ext>
            </a:extLst>
          </p:cNvPr>
          <p:cNvSpPr txBox="1"/>
          <p:nvPr/>
        </p:nvSpPr>
        <p:spPr>
          <a:xfrm>
            <a:off x="9492507" y="5553274"/>
            <a:ext cx="132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扩展菜单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92140B5-5EEB-ECF2-E337-B7C9821EE318}"/>
              </a:ext>
            </a:extLst>
          </p:cNvPr>
          <p:cNvSpPr txBox="1"/>
          <p:nvPr/>
        </p:nvSpPr>
        <p:spPr>
          <a:xfrm>
            <a:off x="8412465" y="5261020"/>
            <a:ext cx="119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ascadia Code" panose="020B0609020000020004" pitchFamily="49" charset="0"/>
              </a:rPr>
              <a:t>浏览</a:t>
            </a:r>
            <a:endParaRPr lang="en-US" altLang="zh-CN" sz="12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Cascadia Code" panose="020B0609020000020004" pitchFamily="49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B40D446-AD78-F090-D516-F78C895613F4}"/>
              </a:ext>
            </a:extLst>
          </p:cNvPr>
          <p:cNvGrpSpPr/>
          <p:nvPr/>
        </p:nvGrpSpPr>
        <p:grpSpPr>
          <a:xfrm>
            <a:off x="6844092" y="5261020"/>
            <a:ext cx="363499" cy="276999"/>
            <a:chOff x="7046956" y="3795146"/>
            <a:chExt cx="363499" cy="276999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5F490FB-63B1-16C0-E8F6-11AAD5328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BE88C8E-C068-D0C6-D9B4-2764B98586D0}"/>
                </a:ext>
              </a:extLst>
            </p:cNvPr>
            <p:cNvSpPr txBox="1"/>
            <p:nvPr/>
          </p:nvSpPr>
          <p:spPr>
            <a:xfrm>
              <a:off x="7046956" y="3795146"/>
              <a:ext cx="3634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F1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3E63649-FFEC-804E-6601-8588ADCF474C}"/>
              </a:ext>
            </a:extLst>
          </p:cNvPr>
          <p:cNvGrpSpPr/>
          <p:nvPr/>
        </p:nvGrpSpPr>
        <p:grpSpPr>
          <a:xfrm>
            <a:off x="8110853" y="5261020"/>
            <a:ext cx="384638" cy="276999"/>
            <a:chOff x="7046956" y="3795146"/>
            <a:chExt cx="384638" cy="276999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A9846F02-0D8B-42C3-7E1D-C11F067589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57BA98B-0BC4-32C0-0361-4EF6D33C956B}"/>
                </a:ext>
              </a:extLst>
            </p:cNvPr>
            <p:cNvSpPr txBox="1"/>
            <p:nvPr/>
          </p:nvSpPr>
          <p:spPr>
            <a:xfrm>
              <a:off x="7046956" y="3795146"/>
              <a:ext cx="3846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F2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F9C1831-2850-2357-4125-6B6435ADEC1D}"/>
              </a:ext>
            </a:extLst>
          </p:cNvPr>
          <p:cNvGrpSpPr/>
          <p:nvPr/>
        </p:nvGrpSpPr>
        <p:grpSpPr>
          <a:xfrm>
            <a:off x="9175346" y="5261020"/>
            <a:ext cx="429386" cy="276999"/>
            <a:chOff x="7046956" y="3795146"/>
            <a:chExt cx="429386" cy="2769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982A777E-07FB-7437-F09C-C03AE2F944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16FBC6F-5905-9074-3C23-FDF87DE44BE4}"/>
                </a:ext>
              </a:extLst>
            </p:cNvPr>
            <p:cNvSpPr txBox="1"/>
            <p:nvPr/>
          </p:nvSpPr>
          <p:spPr>
            <a:xfrm>
              <a:off x="7046956" y="3795146"/>
              <a:ext cx="4293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F3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8C2DF93-D55B-818B-CF41-9F449BD6339F}"/>
              </a:ext>
            </a:extLst>
          </p:cNvPr>
          <p:cNvGrpSpPr/>
          <p:nvPr/>
        </p:nvGrpSpPr>
        <p:grpSpPr>
          <a:xfrm>
            <a:off x="9175345" y="5553274"/>
            <a:ext cx="429386" cy="276999"/>
            <a:chOff x="7046956" y="3795146"/>
            <a:chExt cx="429386" cy="276999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7630190-EE07-7C49-3CC6-9B1044443B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0F5526D-143C-E9E6-9B21-2D41BA3E9A69}"/>
                </a:ext>
              </a:extLst>
            </p:cNvPr>
            <p:cNvSpPr txBox="1"/>
            <p:nvPr/>
          </p:nvSpPr>
          <p:spPr>
            <a:xfrm>
              <a:off x="7046956" y="3795146"/>
              <a:ext cx="4293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F6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0124501-AD3A-F190-04F8-E9980837380E}"/>
              </a:ext>
            </a:extLst>
          </p:cNvPr>
          <p:cNvGrpSpPr/>
          <p:nvPr/>
        </p:nvGrpSpPr>
        <p:grpSpPr>
          <a:xfrm>
            <a:off x="8108978" y="5553274"/>
            <a:ext cx="384638" cy="276999"/>
            <a:chOff x="7046956" y="3795146"/>
            <a:chExt cx="384638" cy="276999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94870BC1-24F1-9D8F-0EF1-59B2B47790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ED88E97-2063-1B4E-FDA6-E542C2505B89}"/>
                </a:ext>
              </a:extLst>
            </p:cNvPr>
            <p:cNvSpPr txBox="1"/>
            <p:nvPr/>
          </p:nvSpPr>
          <p:spPr>
            <a:xfrm>
              <a:off x="7046956" y="3795146"/>
              <a:ext cx="3846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F5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3A6AA8D-CB31-E52E-4BFD-68E0E6C36F66}"/>
              </a:ext>
            </a:extLst>
          </p:cNvPr>
          <p:cNvGrpSpPr/>
          <p:nvPr/>
        </p:nvGrpSpPr>
        <p:grpSpPr>
          <a:xfrm>
            <a:off x="6837809" y="5553274"/>
            <a:ext cx="495753" cy="276999"/>
            <a:chOff x="7046956" y="3795146"/>
            <a:chExt cx="495753" cy="276999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46612FCA-4C5D-EC7F-A949-B8871BB2E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04502" y="3809699"/>
              <a:ext cx="236602" cy="2375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D9D3A47-313C-1741-B0BF-81023852C542}"/>
                </a:ext>
              </a:extLst>
            </p:cNvPr>
            <p:cNvSpPr txBox="1"/>
            <p:nvPr/>
          </p:nvSpPr>
          <p:spPr>
            <a:xfrm>
              <a:off x="7046956" y="3795146"/>
              <a:ext cx="4957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F4</a:t>
              </a:r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45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1D21-A409-D3BE-A03F-93F88CFD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1F1CFA-34A9-A436-3019-6B5351C1E537}"/>
              </a:ext>
            </a:extLst>
          </p:cNvPr>
          <p:cNvSpPr/>
          <p:nvPr/>
        </p:nvSpPr>
        <p:spPr>
          <a:xfrm>
            <a:off x="495950" y="16186"/>
            <a:ext cx="12163225" cy="6825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890EF1-8F66-2142-9650-761802670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3" t="75643" r="21175" b="18258"/>
          <a:stretch>
            <a:fillRect/>
          </a:stretch>
        </p:blipFill>
        <p:spPr>
          <a:xfrm>
            <a:off x="6495676" y="5366825"/>
            <a:ext cx="3757368" cy="4964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0B4F716-C8B9-F183-CE23-596E9595B880}"/>
              </a:ext>
            </a:extLst>
          </p:cNvPr>
          <p:cNvSpPr txBox="1"/>
          <p:nvPr/>
        </p:nvSpPr>
        <p:spPr>
          <a:xfrm>
            <a:off x="6348401" y="1123096"/>
            <a:ext cx="434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Use the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up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and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down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keys to select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Press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Enter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to confirm</a:t>
            </a:r>
          </a:p>
        </p:txBody>
      </p:sp>
    </p:spTree>
    <p:extLst>
      <p:ext uri="{BB962C8B-B14F-4D97-AF65-F5344CB8AC3E}">
        <p14:creationId xmlns:p14="http://schemas.microsoft.com/office/powerpoint/2010/main" val="100696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B3C7-BC59-085B-9DA8-16AA052F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8E8888-99B0-9F07-94F1-13A1E9D3B3D7}"/>
              </a:ext>
            </a:extLst>
          </p:cNvPr>
          <p:cNvGrpSpPr/>
          <p:nvPr/>
        </p:nvGrpSpPr>
        <p:grpSpPr>
          <a:xfrm>
            <a:off x="414064" y="16186"/>
            <a:ext cx="12163225" cy="6841814"/>
            <a:chOff x="495950" y="16186"/>
            <a:chExt cx="12163225" cy="684181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ED3F440-9F9E-E896-45CC-04E102015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950" y="16186"/>
              <a:ext cx="12163225" cy="684181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2BFF635-3DFC-DD50-F2DC-F818C62D4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033"/>
            <a:stretch>
              <a:fillRect/>
            </a:stretch>
          </p:blipFill>
          <p:spPr>
            <a:xfrm>
              <a:off x="6694854" y="1028423"/>
              <a:ext cx="3721347" cy="4834890"/>
            </a:xfrm>
            <a:custGeom>
              <a:avLst/>
              <a:gdLst>
                <a:gd name="connsiteX0" fmla="*/ 141895 w 3721347"/>
                <a:gd name="connsiteY0" fmla="*/ 0 h 4834890"/>
                <a:gd name="connsiteX1" fmla="*/ 3579452 w 3721347"/>
                <a:gd name="connsiteY1" fmla="*/ 0 h 4834890"/>
                <a:gd name="connsiteX2" fmla="*/ 3721347 w 3721347"/>
                <a:gd name="connsiteY2" fmla="*/ 141895 h 4834890"/>
                <a:gd name="connsiteX3" fmla="*/ 3721347 w 3721347"/>
                <a:gd name="connsiteY3" fmla="*/ 4692995 h 4834890"/>
                <a:gd name="connsiteX4" fmla="*/ 3579452 w 3721347"/>
                <a:gd name="connsiteY4" fmla="*/ 4834890 h 4834890"/>
                <a:gd name="connsiteX5" fmla="*/ 141895 w 3721347"/>
                <a:gd name="connsiteY5" fmla="*/ 4834890 h 4834890"/>
                <a:gd name="connsiteX6" fmla="*/ 0 w 3721347"/>
                <a:gd name="connsiteY6" fmla="*/ 4692995 h 4834890"/>
                <a:gd name="connsiteX7" fmla="*/ 0 w 3721347"/>
                <a:gd name="connsiteY7" fmla="*/ 141895 h 4834890"/>
                <a:gd name="connsiteX8" fmla="*/ 141895 w 3721347"/>
                <a:gd name="connsiteY8" fmla="*/ 0 h 483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21347" h="4834890">
                  <a:moveTo>
                    <a:pt x="141895" y="0"/>
                  </a:moveTo>
                  <a:lnTo>
                    <a:pt x="3579452" y="0"/>
                  </a:lnTo>
                  <a:cubicBezTo>
                    <a:pt x="3657818" y="0"/>
                    <a:pt x="3721347" y="63529"/>
                    <a:pt x="3721347" y="141895"/>
                  </a:cubicBezTo>
                  <a:lnTo>
                    <a:pt x="3721347" y="4692995"/>
                  </a:lnTo>
                  <a:cubicBezTo>
                    <a:pt x="3721347" y="4771361"/>
                    <a:pt x="3657818" y="4834890"/>
                    <a:pt x="3579452" y="4834890"/>
                  </a:cubicBezTo>
                  <a:lnTo>
                    <a:pt x="141895" y="4834890"/>
                  </a:lnTo>
                  <a:cubicBezTo>
                    <a:pt x="63529" y="4834890"/>
                    <a:pt x="0" y="4771361"/>
                    <a:pt x="0" y="4692995"/>
                  </a:cubicBezTo>
                  <a:lnTo>
                    <a:pt x="0" y="141895"/>
                  </a:lnTo>
                  <a:cubicBezTo>
                    <a:pt x="0" y="63529"/>
                    <a:pt x="63529" y="0"/>
                    <a:pt x="141895" y="0"/>
                  </a:cubicBezTo>
                  <a:close/>
                </a:path>
              </a:pathLst>
            </a:cu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9422DC0-BD83-9142-53A4-AF9650D50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3" t="75643" r="21175" b="18258"/>
          <a:stretch>
            <a:fillRect/>
          </a:stretch>
        </p:blipFill>
        <p:spPr>
          <a:xfrm>
            <a:off x="6495676" y="5366825"/>
            <a:ext cx="3757368" cy="4964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650E108-152D-7D59-26AC-61F7AE35827E}"/>
              </a:ext>
            </a:extLst>
          </p:cNvPr>
          <p:cNvSpPr txBox="1"/>
          <p:nvPr/>
        </p:nvSpPr>
        <p:spPr>
          <a:xfrm>
            <a:off x="6348401" y="1123096"/>
            <a:ext cx="434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Use the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up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and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down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keys to select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Press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Enter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to confirm</a:t>
            </a:r>
          </a:p>
        </p:txBody>
      </p:sp>
    </p:spTree>
    <p:extLst>
      <p:ext uri="{BB962C8B-B14F-4D97-AF65-F5344CB8AC3E}">
        <p14:creationId xmlns:p14="http://schemas.microsoft.com/office/powerpoint/2010/main" val="33906610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FX_BACKUP" val="8282BB3BAA8B4A29B9E3DCEE35D0F539"/>
  <p:tag name="SEFX_META_0000" val="7B226C6162656C223A22E7839FE889B2E78EBBE79283222C22656666656374223A22676C617373222C2262617365223A2223313531333142222C22616363656E74223A2223433843384441222C227365636F6E64617279223A2223463446314646222C22"/>
  <p:tag name="SEFX_META_0001" val="676C6F77223A32372C22737072656164223A35302C22686967686C69676874223A36302C22677261696E223A322C2272656672616374696F6E223A3130302C22626C7572223A36332C22746869636B6E657373223A39352C2262657A656C576964746822"/>
  <p:tag name="SEFX_META_0002" val="3A34342C2264697370657273696F6E223A32352C22667265736E656C223A35382C226F706163697479223A382C226C6967687458223A38302C226C6967687459223A342C226C6179657273223A5B7B226964223A22736D6F6B65642D31222C226E616D65"/>
  <p:tag name="SEFX_META_0003" val="223A22E7B4ABE889B2E68A98E58589222C2274797065223A226C69676874222C22636F6C6F72223A2223413338384531222C22656E61626C6564223A747275652C22626C656E644D6F6465223A2273637265656E222C2278223A38342C2279223A302C22"/>
  <p:tag name="SEFX_META_0004" val="73697A6558223A3130352C2273697A6559223A35372C226F706163697479223A32392C22626C7572223A38307D2C7B226964223A22736D6F6B65642D32222C226E616D65223A22E6B585E7B4ABE5BA95E58589222C2274797065223A226C69676874222C"/>
  <p:tag name="SEFX_META_0005" val="22636F6C6F72223A2223414642354646222C22656E61626C6564223A747275652C22626C656E644D6F6465223A2273637265656E222C2278223A33312C2279223A3130302C2273697A6558223A3133342C2273697A6559223A34342C226F706163697479"/>
  <p:tag name="SEFX_META_0006" val="223A33312C22626C7572223A38387D5D2C22707265736574223A22736D6F6B6564227D"/>
  <p:tag name="SEFX_META_N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FX_BACKUP_KEY" val="8282BB3BAA8B4A29B9E3DCEE35D0F539"/>
  <p:tag name="SEFX_OWNER_ID" val="1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126</Words>
  <Application>Microsoft Office PowerPoint</Application>
  <PresentationFormat>宽屏</PresentationFormat>
  <Paragraphs>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华文隶书</vt:lpstr>
      <vt:lpstr>Arial</vt:lpstr>
      <vt:lpstr>Comic Sans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Shq Wang</dc:creator>
  <cp:lastModifiedBy>Shq Wang</cp:lastModifiedBy>
  <cp:revision>45</cp:revision>
  <dcterms:created xsi:type="dcterms:W3CDTF">2025-07-04T21:11:19Z</dcterms:created>
  <dcterms:modified xsi:type="dcterms:W3CDTF">2026-09-24T03:44:19Z</dcterms:modified>
</cp:coreProperties>
</file>